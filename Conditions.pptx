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77"/>
    <p:restoredTop sz="94667"/>
  </p:normalViewPr>
  <p:slideViewPr>
    <p:cSldViewPr snapToGrid="0">
      <p:cViewPr varScale="1">
        <p:scale>
          <a:sx n="215" d="100"/>
          <a:sy n="215" d="100"/>
        </p:scale>
        <p:origin x="22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C2488-E2D6-9D5C-66A0-904450436B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26694E-71F4-ECCA-404D-8BC6AC6F61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BB5F6-8E05-07AB-7564-74E626D2C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25D43-8A3F-8143-9013-070E6CFB6FCE}" type="datetimeFigureOut">
              <a:rPr lang="en-DE" smtClean="0"/>
              <a:t>03.11.25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981BD-D69D-5C7A-4FC4-A611D852E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150B6-771D-57C8-3B20-FBA4EAB13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00639-2E52-E548-9C3E-FA7F96A1623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56594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891FA-2029-A8F1-E8C2-004265427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B8426-7F5E-B495-0AE7-58F7352C6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E0F6F-66B3-5A9E-7F96-11B2B5885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25D43-8A3F-8143-9013-070E6CFB6FCE}" type="datetimeFigureOut">
              <a:rPr lang="en-DE" smtClean="0"/>
              <a:t>03.11.25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458D6-5A13-FB6F-0C6F-7E6912115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CE43E-E5DE-D536-695F-860F9486D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00639-2E52-E548-9C3E-FA7F96A1623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67634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332A6-2FCF-F0B9-B946-618601B28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FA690-0A5C-2FA1-F3EC-43B61F897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78295-6515-41D7-AC2E-20A7AE21A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25D43-8A3F-8143-9013-070E6CFB6FCE}" type="datetimeFigureOut">
              <a:rPr lang="en-DE" smtClean="0"/>
              <a:t>03.11.25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06A0F-8C57-ACE5-8072-900332BCF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50AA6-FA5D-D903-2528-69D2731D1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00639-2E52-E548-9C3E-FA7F96A1623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17118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3D001-6156-F823-468B-F4FFEF020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2F155-3B38-64F4-77B0-D98A851D2B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652B70-FB9C-91B3-C3C9-40E30892CF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4A6D6F-44CA-AE29-AC2D-9B3B398DF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25D43-8A3F-8143-9013-070E6CFB6FCE}" type="datetimeFigureOut">
              <a:rPr lang="en-DE" smtClean="0"/>
              <a:t>03.11.25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558687-DAD2-BC07-AC78-FBD996741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23F4C-9B8E-629A-812D-21CBA0841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00639-2E52-E548-9C3E-FA7F96A1623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01852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A7F92-73B7-04A9-FF37-D93E2D427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F9A28E-1D73-7965-28A9-9268E1C3B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1DFEB7-8808-0D2D-7E0A-46A68C6F11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3203DA-3321-3E04-BD76-4F7D02117B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C6507E-852A-EEB2-60C9-CFCD6E1ED3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D8CACD-D0A8-E8D6-C4EA-5C5D7C6AF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25D43-8A3F-8143-9013-070E6CFB6FCE}" type="datetimeFigureOut">
              <a:rPr lang="en-DE" smtClean="0"/>
              <a:t>03.11.25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5BFD6C-5ED4-D5B0-CE2D-6858BAF8D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4A29CC-CCEE-FBBC-5B3B-984F39C63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00639-2E52-E548-9C3E-FA7F96A1623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08984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15510-BFE9-E615-0CE8-C2828BA60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A3BDEB-0829-14FC-5DF9-546817DE3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25D43-8A3F-8143-9013-070E6CFB6FCE}" type="datetimeFigureOut">
              <a:rPr lang="en-DE" smtClean="0"/>
              <a:t>03.11.25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3AFBCA-CFDB-0FC6-CBAC-3909FF48B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39C3E6-E79B-94A1-E7BC-97471A97D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00639-2E52-E548-9C3E-FA7F96A1623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16477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96E443-0282-1ABE-234A-78F03E8E7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25D43-8A3F-8143-9013-070E6CFB6FCE}" type="datetimeFigureOut">
              <a:rPr lang="en-DE" smtClean="0"/>
              <a:t>03.11.25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FF4604-9558-E178-2ED4-904ABD4F1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839B92-EEA4-303E-7561-4C8060C66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00639-2E52-E548-9C3E-FA7F96A1623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11771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03214-5E20-144E-F63E-F1A282808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F6AE1-6505-A3E5-B108-5CBD53CB6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3A978B-609D-5DCF-3496-6DCC034C5B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6BF3DB-579D-D118-6E54-B1622EFCB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25D43-8A3F-8143-9013-070E6CFB6FCE}" type="datetimeFigureOut">
              <a:rPr lang="en-DE" smtClean="0"/>
              <a:t>03.11.25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7675C3-7BEB-1A5C-6C29-302AD706D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DB675F-3251-AE0B-AE19-89322FE59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00639-2E52-E548-9C3E-FA7F96A1623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74636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FED3F-BFE7-7784-EAFA-E001F28C3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3358C5-5454-C8CA-AD09-52327F7992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CB4EA3-F01D-483A-765A-296A81930E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4CCA0-186D-E776-BA22-AEB134D47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25D43-8A3F-8143-9013-070E6CFB6FCE}" type="datetimeFigureOut">
              <a:rPr lang="en-DE" smtClean="0"/>
              <a:t>03.11.25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8553E-06F8-F727-E2D3-48A8A131E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8EBB33-A675-34D8-70E4-F4E73B48D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00639-2E52-E548-9C3E-FA7F96A1623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89098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916A4-B7D8-214D-9D0A-9E20C7B9A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96FA06-BA65-6F62-4EA0-F55BD8BFC6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9AD2D-ABDF-CBCC-05A5-934B53AB8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25D43-8A3F-8143-9013-070E6CFB6FCE}" type="datetimeFigureOut">
              <a:rPr lang="en-DE" smtClean="0"/>
              <a:t>03.11.25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1E544-8844-4624-806E-590C8E803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DCCEB-11A2-FC25-AEA8-F6551BE7F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00639-2E52-E548-9C3E-FA7F96A1623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31000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3BF054-AAE7-D64E-27BE-D542037075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891915-949F-827E-D05E-88938805BF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589F2-61D9-2D8C-CDED-15A163E90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25D43-8A3F-8143-9013-070E6CFB6FCE}" type="datetimeFigureOut">
              <a:rPr lang="en-DE" smtClean="0"/>
              <a:t>03.11.25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70993-4C3B-666D-184C-3914E016C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99D4B-2C95-0286-F24D-7A3DB846D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00639-2E52-E548-9C3E-FA7F96A1623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94670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8F2771-E640-9075-DC6F-02EA25CD9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1D1CD1-84A1-049D-50BA-9487615CE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FBCAE-ADF5-AB83-86C6-5FDAE4FF8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825D43-8A3F-8143-9013-070E6CFB6FCE}" type="datetimeFigureOut">
              <a:rPr lang="en-DE" smtClean="0"/>
              <a:t>03.11.25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36F42-C0D3-21D0-D593-6A6920FBFC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982D1-589B-DBB0-359D-45499A0617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500639-2E52-E548-9C3E-FA7F96A1623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0625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E9DE263-3F19-7345-EB55-10EC6E0A7A00}"/>
              </a:ext>
            </a:extLst>
          </p:cNvPr>
          <p:cNvSpPr/>
          <p:nvPr/>
        </p:nvSpPr>
        <p:spPr>
          <a:xfrm>
            <a:off x="315615" y="2714377"/>
            <a:ext cx="2005781" cy="9273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1. S</a:t>
            </a:r>
            <a:r>
              <a:rPr lang="en-DE" sz="1400" dirty="0"/>
              <a:t>tart questions, including group preference (see below)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92610F-67E4-38DA-3FE6-232B7C593760}"/>
              </a:ext>
            </a:extLst>
          </p:cNvPr>
          <p:cNvSpPr/>
          <p:nvPr/>
        </p:nvSpPr>
        <p:spPr>
          <a:xfrm>
            <a:off x="5545394" y="497149"/>
            <a:ext cx="1923188" cy="5958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/>
              <a:t>Control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5C5998-6C1E-9222-607A-720F9C0A1026}"/>
              </a:ext>
            </a:extLst>
          </p:cNvPr>
          <p:cNvSpPr/>
          <p:nvPr/>
        </p:nvSpPr>
        <p:spPr>
          <a:xfrm>
            <a:off x="5545393" y="1410631"/>
            <a:ext cx="1923189" cy="3185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/>
              <a:t>Fact-checker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D91116-AE6F-4C20-7AA6-3A642014F917}"/>
              </a:ext>
            </a:extLst>
          </p:cNvPr>
          <p:cNvSpPr/>
          <p:nvPr/>
        </p:nvSpPr>
        <p:spPr>
          <a:xfrm>
            <a:off x="5545393" y="1788190"/>
            <a:ext cx="1923189" cy="3185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/>
              <a:t>Human-crowd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A3C4D1-F63E-8C66-5FAF-24AA2809B497}"/>
              </a:ext>
            </a:extLst>
          </p:cNvPr>
          <p:cNvSpPr/>
          <p:nvPr/>
        </p:nvSpPr>
        <p:spPr>
          <a:xfrm>
            <a:off x="5545393" y="2165749"/>
            <a:ext cx="1923189" cy="3185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/>
              <a:t>LLM-crowd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2F0572-9D00-BFBE-8AD1-A8EBB07AC58C}"/>
              </a:ext>
            </a:extLst>
          </p:cNvPr>
          <p:cNvSpPr/>
          <p:nvPr/>
        </p:nvSpPr>
        <p:spPr>
          <a:xfrm>
            <a:off x="5545393" y="2543308"/>
            <a:ext cx="1923189" cy="3185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/>
              <a:t>Hybrid-crowd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19ED1A-9FAE-CA43-B0EE-5A3572139720}"/>
              </a:ext>
            </a:extLst>
          </p:cNvPr>
          <p:cNvSpPr/>
          <p:nvPr/>
        </p:nvSpPr>
        <p:spPr>
          <a:xfrm>
            <a:off x="5545390" y="3327691"/>
            <a:ext cx="1923189" cy="3185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/>
              <a:t>Human-crowd 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E2740C-6095-4A57-5DA3-FDC9B4EC5756}"/>
              </a:ext>
            </a:extLst>
          </p:cNvPr>
          <p:cNvSpPr/>
          <p:nvPr/>
        </p:nvSpPr>
        <p:spPr>
          <a:xfrm>
            <a:off x="5545390" y="3705250"/>
            <a:ext cx="1923189" cy="3185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/>
              <a:t>LLM-crowd 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1A9-B78B-D43F-143B-AAB86127FC59}"/>
              </a:ext>
            </a:extLst>
          </p:cNvPr>
          <p:cNvSpPr/>
          <p:nvPr/>
        </p:nvSpPr>
        <p:spPr>
          <a:xfrm>
            <a:off x="5545390" y="4082809"/>
            <a:ext cx="1923189" cy="3185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/>
              <a:t>Hybrid-crowd 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108057-BE97-647B-FB16-9A517860BCB5}"/>
              </a:ext>
            </a:extLst>
          </p:cNvPr>
          <p:cNvSpPr/>
          <p:nvPr/>
        </p:nvSpPr>
        <p:spPr>
          <a:xfrm>
            <a:off x="315615" y="3688952"/>
            <a:ext cx="1999882" cy="5958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2. Practice</a:t>
            </a:r>
            <a:endParaRPr lang="en-DE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ED96AB-359E-AE9E-60BC-CBE78755D168}"/>
              </a:ext>
            </a:extLst>
          </p:cNvPr>
          <p:cNvSpPr txBox="1"/>
          <p:nvPr/>
        </p:nvSpPr>
        <p:spPr>
          <a:xfrm>
            <a:off x="5032147" y="51126"/>
            <a:ext cx="2896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dirty="0"/>
              <a:t>Discernment task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607FED1-A97D-F0FD-175C-23585FD271E9}"/>
              </a:ext>
            </a:extLst>
          </p:cNvPr>
          <p:cNvCxnSpPr>
            <a:cxnSpLocks/>
            <a:stCxn id="16" idx="3"/>
            <a:endCxn id="6" idx="1"/>
          </p:cNvCxnSpPr>
          <p:nvPr/>
        </p:nvCxnSpPr>
        <p:spPr>
          <a:xfrm flipV="1">
            <a:off x="2315497" y="795067"/>
            <a:ext cx="3229897" cy="3191803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0079EE5-DAC9-A7DB-F1B5-3C30FEAE66BE}"/>
              </a:ext>
            </a:extLst>
          </p:cNvPr>
          <p:cNvCxnSpPr>
            <a:cxnSpLocks/>
            <a:stCxn id="16" idx="3"/>
            <a:endCxn id="7" idx="1"/>
          </p:cNvCxnSpPr>
          <p:nvPr/>
        </p:nvCxnSpPr>
        <p:spPr>
          <a:xfrm flipV="1">
            <a:off x="2315497" y="1569914"/>
            <a:ext cx="3229896" cy="24169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3910A77-F411-610B-6957-C5B83D0D5696}"/>
              </a:ext>
            </a:extLst>
          </p:cNvPr>
          <p:cNvCxnSpPr>
            <a:cxnSpLocks/>
            <a:stCxn id="16" idx="3"/>
            <a:endCxn id="8" idx="1"/>
          </p:cNvCxnSpPr>
          <p:nvPr/>
        </p:nvCxnSpPr>
        <p:spPr>
          <a:xfrm flipV="1">
            <a:off x="2315497" y="1947473"/>
            <a:ext cx="3229896" cy="20393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CFC9E60-0BCB-DA96-EACB-A6A7536FC0D0}"/>
              </a:ext>
            </a:extLst>
          </p:cNvPr>
          <p:cNvCxnSpPr>
            <a:cxnSpLocks/>
            <a:stCxn id="16" idx="3"/>
            <a:endCxn id="9" idx="1"/>
          </p:cNvCxnSpPr>
          <p:nvPr/>
        </p:nvCxnSpPr>
        <p:spPr>
          <a:xfrm flipV="1">
            <a:off x="2315497" y="2325032"/>
            <a:ext cx="3229896" cy="16618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1D2E17D-91DD-5F17-DAA4-83CDCC5DBE8C}"/>
              </a:ext>
            </a:extLst>
          </p:cNvPr>
          <p:cNvCxnSpPr>
            <a:cxnSpLocks/>
            <a:stCxn id="16" idx="3"/>
            <a:endCxn id="10" idx="1"/>
          </p:cNvCxnSpPr>
          <p:nvPr/>
        </p:nvCxnSpPr>
        <p:spPr>
          <a:xfrm flipV="1">
            <a:off x="2315497" y="2702591"/>
            <a:ext cx="3229896" cy="12842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CABE64A-C7C1-1DE5-C895-F70F1B0026CA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>
            <a:off x="7468582" y="795067"/>
            <a:ext cx="2407921" cy="2777726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B2150C2-78C3-6F8B-57DB-BA7E880A56CA}"/>
              </a:ext>
            </a:extLst>
          </p:cNvPr>
          <p:cNvCxnSpPr>
            <a:cxnSpLocks/>
            <a:stCxn id="7" idx="3"/>
            <a:endCxn id="5" idx="1"/>
          </p:cNvCxnSpPr>
          <p:nvPr/>
        </p:nvCxnSpPr>
        <p:spPr>
          <a:xfrm>
            <a:off x="7468582" y="1569914"/>
            <a:ext cx="2407921" cy="20028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7D7ECBA-0E07-6BD4-4C70-9CA3EB94423D}"/>
              </a:ext>
            </a:extLst>
          </p:cNvPr>
          <p:cNvCxnSpPr>
            <a:cxnSpLocks/>
            <a:stCxn id="8" idx="3"/>
            <a:endCxn id="5" idx="1"/>
          </p:cNvCxnSpPr>
          <p:nvPr/>
        </p:nvCxnSpPr>
        <p:spPr>
          <a:xfrm>
            <a:off x="7468582" y="1947473"/>
            <a:ext cx="2407921" cy="1625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DCA37CB-BE95-474E-966F-C60ABB11385C}"/>
              </a:ext>
            </a:extLst>
          </p:cNvPr>
          <p:cNvCxnSpPr>
            <a:cxnSpLocks/>
            <a:stCxn id="9" idx="3"/>
            <a:endCxn id="5" idx="1"/>
          </p:cNvCxnSpPr>
          <p:nvPr/>
        </p:nvCxnSpPr>
        <p:spPr>
          <a:xfrm>
            <a:off x="7468582" y="2325032"/>
            <a:ext cx="2407921" cy="12477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81FEA5C-4CC2-1BBC-1E00-36D495465BB4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>
            <a:off x="7468582" y="2702591"/>
            <a:ext cx="2407921" cy="8702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AC8A664-B2E1-00B4-3F63-02C4EA862633}"/>
              </a:ext>
            </a:extLst>
          </p:cNvPr>
          <p:cNvCxnSpPr>
            <a:cxnSpLocks/>
            <a:stCxn id="16" idx="3"/>
            <a:endCxn id="19" idx="1"/>
          </p:cNvCxnSpPr>
          <p:nvPr/>
        </p:nvCxnSpPr>
        <p:spPr>
          <a:xfrm>
            <a:off x="2315497" y="3986870"/>
            <a:ext cx="2144410" cy="634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01CD971-6262-00BF-6058-BC3ADEAA5AA0}"/>
              </a:ext>
            </a:extLst>
          </p:cNvPr>
          <p:cNvCxnSpPr>
            <a:cxnSpLocks/>
            <a:stCxn id="19" idx="3"/>
            <a:endCxn id="13" idx="1"/>
          </p:cNvCxnSpPr>
          <p:nvPr/>
        </p:nvCxnSpPr>
        <p:spPr>
          <a:xfrm flipV="1">
            <a:off x="5197326" y="3486974"/>
            <a:ext cx="348064" cy="563388"/>
          </a:xfrm>
          <a:prstGeom prst="straightConnector1">
            <a:avLst/>
          </a:prstGeom>
          <a:ln w="6350" cap="flat" cmpd="sng" algn="ctr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9B0E770-4AF8-14D2-CAD6-9DD88EDFF6C0}"/>
              </a:ext>
            </a:extLst>
          </p:cNvPr>
          <p:cNvCxnSpPr>
            <a:cxnSpLocks/>
            <a:stCxn id="19" idx="3"/>
            <a:endCxn id="14" idx="1"/>
          </p:cNvCxnSpPr>
          <p:nvPr/>
        </p:nvCxnSpPr>
        <p:spPr>
          <a:xfrm flipV="1">
            <a:off x="5197326" y="3864533"/>
            <a:ext cx="348064" cy="185829"/>
          </a:xfrm>
          <a:prstGeom prst="straightConnector1">
            <a:avLst/>
          </a:prstGeom>
          <a:ln w="6350" cap="flat" cmpd="sng" algn="ctr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E11A356-7B4A-58E2-38A9-4426B499AA12}"/>
              </a:ext>
            </a:extLst>
          </p:cNvPr>
          <p:cNvCxnSpPr>
            <a:cxnSpLocks/>
            <a:stCxn id="19" idx="3"/>
            <a:endCxn id="15" idx="1"/>
          </p:cNvCxnSpPr>
          <p:nvPr/>
        </p:nvCxnSpPr>
        <p:spPr>
          <a:xfrm>
            <a:off x="5197326" y="4050362"/>
            <a:ext cx="348064" cy="191730"/>
          </a:xfrm>
          <a:prstGeom prst="straightConnector1">
            <a:avLst/>
          </a:prstGeom>
          <a:ln w="6350" cap="flat" cmpd="sng" algn="ctr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58DDC65B-99A0-0027-7FDD-FD5F2C418470}"/>
              </a:ext>
            </a:extLst>
          </p:cNvPr>
          <p:cNvCxnSpPr>
            <a:cxnSpLocks/>
            <a:stCxn id="14" idx="3"/>
            <a:endCxn id="5" idx="1"/>
          </p:cNvCxnSpPr>
          <p:nvPr/>
        </p:nvCxnSpPr>
        <p:spPr>
          <a:xfrm flipV="1">
            <a:off x="7468579" y="3572793"/>
            <a:ext cx="2407924" cy="291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A2530164-74CB-611D-E972-6D68AED064C8}"/>
              </a:ext>
            </a:extLst>
          </p:cNvPr>
          <p:cNvSpPr txBox="1"/>
          <p:nvPr/>
        </p:nvSpPr>
        <p:spPr>
          <a:xfrm>
            <a:off x="3191550" y="5239766"/>
            <a:ext cx="22771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i="1" dirty="0"/>
              <a:t>Assigned/</a:t>
            </a:r>
          </a:p>
          <a:p>
            <a:pPr algn="ctr"/>
            <a:r>
              <a:rPr lang="en-DE" i="1" dirty="0"/>
              <a:t>forced </a:t>
            </a:r>
          </a:p>
          <a:p>
            <a:pPr algn="ctr"/>
            <a:r>
              <a:rPr lang="en-DE" i="1" dirty="0"/>
              <a:t>with feedback (FB)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09D6945-B0DF-ACED-9F7E-89CC6360D4BC}"/>
              </a:ext>
            </a:extLst>
          </p:cNvPr>
          <p:cNvSpPr/>
          <p:nvPr/>
        </p:nvSpPr>
        <p:spPr>
          <a:xfrm>
            <a:off x="5545390" y="4454468"/>
            <a:ext cx="1923189" cy="3185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/>
              <a:t>No advice SS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08E91FD-BBA6-8212-9341-FD2157203271}"/>
              </a:ext>
            </a:extLst>
          </p:cNvPr>
          <p:cNvCxnSpPr>
            <a:cxnSpLocks/>
            <a:stCxn id="19" idx="3"/>
            <a:endCxn id="68" idx="1"/>
          </p:cNvCxnSpPr>
          <p:nvPr/>
        </p:nvCxnSpPr>
        <p:spPr>
          <a:xfrm>
            <a:off x="5197326" y="4050362"/>
            <a:ext cx="348064" cy="563389"/>
          </a:xfrm>
          <a:prstGeom prst="straightConnector1">
            <a:avLst/>
          </a:prstGeom>
          <a:ln w="6350" cap="flat" cmpd="sng" algn="ctr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54D84CBB-B619-6611-F5C0-7EB99BD98889}"/>
              </a:ext>
            </a:extLst>
          </p:cNvPr>
          <p:cNvCxnSpPr>
            <a:cxnSpLocks/>
            <a:stCxn id="68" idx="3"/>
            <a:endCxn id="5" idx="1"/>
          </p:cNvCxnSpPr>
          <p:nvPr/>
        </p:nvCxnSpPr>
        <p:spPr>
          <a:xfrm flipV="1">
            <a:off x="7468579" y="3572793"/>
            <a:ext cx="2407924" cy="1040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742E5C0C-DF82-4BB9-85F5-0194B0C27A9A}"/>
              </a:ext>
            </a:extLst>
          </p:cNvPr>
          <p:cNvSpPr txBox="1"/>
          <p:nvPr/>
        </p:nvSpPr>
        <p:spPr>
          <a:xfrm>
            <a:off x="3584844" y="2327466"/>
            <a:ext cx="2277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i="1" dirty="0"/>
              <a:t>Assigned/</a:t>
            </a:r>
          </a:p>
          <a:p>
            <a:pPr algn="ctr"/>
            <a:r>
              <a:rPr lang="en-DE" i="1" dirty="0"/>
              <a:t>forced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9F7B5E2-7F84-79C1-1C6A-C452F532C6E8}"/>
              </a:ext>
            </a:extLst>
          </p:cNvPr>
          <p:cNvSpPr txBox="1"/>
          <p:nvPr/>
        </p:nvSpPr>
        <p:spPr>
          <a:xfrm>
            <a:off x="3498314" y="3450196"/>
            <a:ext cx="9615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i="1" dirty="0"/>
              <a:t>Self-</a:t>
            </a:r>
          </a:p>
          <a:p>
            <a:pPr algn="ctr"/>
            <a:r>
              <a:rPr lang="en-GB" i="1" dirty="0"/>
              <a:t>S</a:t>
            </a:r>
            <a:r>
              <a:rPr lang="en-DE" i="1" dirty="0"/>
              <a:t>elect </a:t>
            </a:r>
          </a:p>
          <a:p>
            <a:pPr algn="ctr"/>
            <a:r>
              <a:rPr lang="en-DE" sz="1200" i="1" dirty="0"/>
              <a:t>(this group </a:t>
            </a:r>
          </a:p>
          <a:p>
            <a:pPr algn="ctr"/>
            <a:r>
              <a:rPr lang="en-DE" sz="1200" i="1" dirty="0"/>
              <a:t>picks their </a:t>
            </a:r>
          </a:p>
          <a:p>
            <a:pPr algn="ctr"/>
            <a:r>
              <a:rPr lang="en-DE" sz="1200" i="1" dirty="0"/>
              <a:t>advisor)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0C663B3-C5AF-7707-5B48-BC42DEB758C4}"/>
              </a:ext>
            </a:extLst>
          </p:cNvPr>
          <p:cNvCxnSpPr>
            <a:cxnSpLocks/>
            <a:stCxn id="13" idx="3"/>
            <a:endCxn id="5" idx="1"/>
          </p:cNvCxnSpPr>
          <p:nvPr/>
        </p:nvCxnSpPr>
        <p:spPr>
          <a:xfrm>
            <a:off x="7468579" y="3486974"/>
            <a:ext cx="2407924" cy="858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008EE8CA-D1EF-E81E-8B84-1BBE745B3013}"/>
              </a:ext>
            </a:extLst>
          </p:cNvPr>
          <p:cNvCxnSpPr>
            <a:cxnSpLocks/>
            <a:stCxn id="15" idx="3"/>
            <a:endCxn id="5" idx="1"/>
          </p:cNvCxnSpPr>
          <p:nvPr/>
        </p:nvCxnSpPr>
        <p:spPr>
          <a:xfrm flipV="1">
            <a:off x="7468579" y="3572793"/>
            <a:ext cx="2407924" cy="6692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7E9F663C-1F1D-5BA7-4C02-0FFFD25B2698}"/>
              </a:ext>
            </a:extLst>
          </p:cNvPr>
          <p:cNvSpPr/>
          <p:nvPr/>
        </p:nvSpPr>
        <p:spPr>
          <a:xfrm>
            <a:off x="9876503" y="3277423"/>
            <a:ext cx="1999881" cy="5907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dirty="0"/>
              <a:t>End Questions</a:t>
            </a:r>
            <a:endParaRPr lang="en-DE" sz="140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49C9691-49D8-FCC2-91F3-C0ABD6FD864A}"/>
              </a:ext>
            </a:extLst>
          </p:cNvPr>
          <p:cNvSpPr/>
          <p:nvPr/>
        </p:nvSpPr>
        <p:spPr>
          <a:xfrm>
            <a:off x="5545392" y="5197035"/>
            <a:ext cx="1923189" cy="3185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/>
              <a:t>No Advice FB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1C879E2-7A1A-69AF-B180-B5F0F39BB0B7}"/>
              </a:ext>
            </a:extLst>
          </p:cNvPr>
          <p:cNvSpPr/>
          <p:nvPr/>
        </p:nvSpPr>
        <p:spPr>
          <a:xfrm>
            <a:off x="5545392" y="5574594"/>
            <a:ext cx="1923189" cy="3185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/>
              <a:t>Human-crowd FB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394F23F-E126-FB68-33C3-0D002D528F96}"/>
              </a:ext>
            </a:extLst>
          </p:cNvPr>
          <p:cNvSpPr/>
          <p:nvPr/>
        </p:nvSpPr>
        <p:spPr>
          <a:xfrm>
            <a:off x="5545392" y="5952153"/>
            <a:ext cx="1923189" cy="3185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/>
              <a:t>LLM-crowd FB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795622B-D8FD-B4A5-653F-D785108B4FC2}"/>
              </a:ext>
            </a:extLst>
          </p:cNvPr>
          <p:cNvSpPr/>
          <p:nvPr/>
        </p:nvSpPr>
        <p:spPr>
          <a:xfrm>
            <a:off x="5545392" y="6329712"/>
            <a:ext cx="1923189" cy="3185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/>
              <a:t>Hybrid-crowd FB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6CDA0B5B-23F0-88A6-A717-8ED6453C6AD9}"/>
              </a:ext>
            </a:extLst>
          </p:cNvPr>
          <p:cNvCxnSpPr>
            <a:cxnSpLocks/>
            <a:stCxn id="16" idx="3"/>
            <a:endCxn id="62" idx="1"/>
          </p:cNvCxnSpPr>
          <p:nvPr/>
        </p:nvCxnSpPr>
        <p:spPr>
          <a:xfrm>
            <a:off x="2315497" y="3986870"/>
            <a:ext cx="3229895" cy="13694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F32A5CD6-1828-F645-5BAE-EA6310BFB6F6}"/>
              </a:ext>
            </a:extLst>
          </p:cNvPr>
          <p:cNvCxnSpPr>
            <a:cxnSpLocks/>
            <a:stCxn id="16" idx="3"/>
            <a:endCxn id="64" idx="1"/>
          </p:cNvCxnSpPr>
          <p:nvPr/>
        </p:nvCxnSpPr>
        <p:spPr>
          <a:xfrm>
            <a:off x="2315497" y="3986870"/>
            <a:ext cx="3229895" cy="17470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F7638C19-1230-601E-BB52-D1B88AB0C0B7}"/>
              </a:ext>
            </a:extLst>
          </p:cNvPr>
          <p:cNvCxnSpPr>
            <a:cxnSpLocks/>
            <a:stCxn id="16" idx="3"/>
            <a:endCxn id="65" idx="1"/>
          </p:cNvCxnSpPr>
          <p:nvPr/>
        </p:nvCxnSpPr>
        <p:spPr>
          <a:xfrm>
            <a:off x="2315497" y="3986870"/>
            <a:ext cx="3229895" cy="21245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D585F7A3-D989-33D2-F4BE-8D35942BAD80}"/>
              </a:ext>
            </a:extLst>
          </p:cNvPr>
          <p:cNvCxnSpPr>
            <a:cxnSpLocks/>
            <a:stCxn id="16" idx="3"/>
            <a:endCxn id="66" idx="1"/>
          </p:cNvCxnSpPr>
          <p:nvPr/>
        </p:nvCxnSpPr>
        <p:spPr>
          <a:xfrm>
            <a:off x="2315497" y="3986870"/>
            <a:ext cx="3229895" cy="2502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01D6F744-987E-8042-EEDF-0F43A004A13C}"/>
              </a:ext>
            </a:extLst>
          </p:cNvPr>
          <p:cNvCxnSpPr>
            <a:cxnSpLocks/>
            <a:stCxn id="62" idx="3"/>
            <a:endCxn id="5" idx="1"/>
          </p:cNvCxnSpPr>
          <p:nvPr/>
        </p:nvCxnSpPr>
        <p:spPr>
          <a:xfrm flipV="1">
            <a:off x="7468581" y="3572793"/>
            <a:ext cx="2407922" cy="1783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5D1BD43E-847E-9F11-9F7E-C11AC4321C5D}"/>
              </a:ext>
            </a:extLst>
          </p:cNvPr>
          <p:cNvCxnSpPr>
            <a:cxnSpLocks/>
            <a:stCxn id="64" idx="3"/>
            <a:endCxn id="5" idx="1"/>
          </p:cNvCxnSpPr>
          <p:nvPr/>
        </p:nvCxnSpPr>
        <p:spPr>
          <a:xfrm flipV="1">
            <a:off x="7468581" y="3572793"/>
            <a:ext cx="2407922" cy="2161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9FE8096B-AFB9-9725-3DEB-004A2178BA91}"/>
              </a:ext>
            </a:extLst>
          </p:cNvPr>
          <p:cNvCxnSpPr>
            <a:cxnSpLocks/>
            <a:stCxn id="65" idx="3"/>
            <a:endCxn id="5" idx="1"/>
          </p:cNvCxnSpPr>
          <p:nvPr/>
        </p:nvCxnSpPr>
        <p:spPr>
          <a:xfrm flipV="1">
            <a:off x="7468581" y="3572793"/>
            <a:ext cx="2407922" cy="25386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2CD63380-D169-C967-F850-A7F6ABB248F7}"/>
              </a:ext>
            </a:extLst>
          </p:cNvPr>
          <p:cNvCxnSpPr>
            <a:cxnSpLocks/>
            <a:stCxn id="66" idx="3"/>
            <a:endCxn id="5" idx="1"/>
          </p:cNvCxnSpPr>
          <p:nvPr/>
        </p:nvCxnSpPr>
        <p:spPr>
          <a:xfrm flipV="1">
            <a:off x="7468581" y="3572793"/>
            <a:ext cx="2407922" cy="29162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A09248B7-0DDD-FC8E-8AF0-12912A58CE9E}"/>
              </a:ext>
            </a:extLst>
          </p:cNvPr>
          <p:cNvSpPr/>
          <p:nvPr/>
        </p:nvSpPr>
        <p:spPr>
          <a:xfrm>
            <a:off x="4459907" y="3327691"/>
            <a:ext cx="737419" cy="14453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Advisor self-select (SS)</a:t>
            </a:r>
            <a:endParaRPr lang="en-DE" sz="1400" dirty="0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99300770-58C8-5007-8E4F-9B4BCE5EE9EC}"/>
              </a:ext>
            </a:extLst>
          </p:cNvPr>
          <p:cNvSpPr txBox="1"/>
          <p:nvPr/>
        </p:nvSpPr>
        <p:spPr>
          <a:xfrm>
            <a:off x="3584844" y="1346345"/>
            <a:ext cx="2277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i="1" dirty="0"/>
              <a:t>Control</a:t>
            </a:r>
          </a:p>
        </p:txBody>
      </p:sp>
    </p:spTree>
    <p:extLst>
      <p:ext uri="{BB962C8B-B14F-4D97-AF65-F5344CB8AC3E}">
        <p14:creationId xmlns:p14="http://schemas.microsoft.com/office/powerpoint/2010/main" val="3177616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70</Words>
  <Application>Microsoft Macintosh PowerPoint</Application>
  <PresentationFormat>Widescreen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Mubashir Sultan</dc:creator>
  <cp:lastModifiedBy>Mubashir Sultan</cp:lastModifiedBy>
  <cp:revision>6</cp:revision>
  <dcterms:created xsi:type="dcterms:W3CDTF">2025-10-23T19:43:42Z</dcterms:created>
  <dcterms:modified xsi:type="dcterms:W3CDTF">2025-11-03T16:14:34Z</dcterms:modified>
</cp:coreProperties>
</file>